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grew because of the spring season and the new Plus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Zarqa branch is planned to open in March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Orbit Bikes - Results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fictional company, for testing</a:t>
            </a:r>
          </a:p>
          <a:p>
            <a:r>
              <a:t>Prepared by the operations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 in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12,400 rentals</a:t>
            </a:r>
          </a:p>
          <a:p>
            <a:r>
              <a:t>Q2: 18,900 rentals</a:t>
            </a:r>
          </a:p>
          <a:p>
            <a:r>
              <a:t>E-bikes were 35% of all rentals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Plans for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a fourth branch in Zarqa</a:t>
            </a:r>
          </a:p>
          <a:p>
            <a:r>
              <a:t>Add 150 new e-bikes</a:t>
            </a:r>
          </a:p>
          <a:p>
            <a:r>
              <a:t>Aqaba was the busiest branch in summer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